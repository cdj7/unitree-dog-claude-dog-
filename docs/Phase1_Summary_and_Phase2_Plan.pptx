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summary. The real-robot numbers come from a tape-measure test: about 1.12 m at 1 m, 1.88 m at 2 m, 3 m at 3 m. The mission has only run in simulation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one simulated run with a shortened settle and hold time. Chair hidden from detection inside 1.4 m to reproduce the real camera losing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order: first prove the mission on the real robot, then add search and calibration, then train a detector on a new object, then log photos and positions. The spatter reconstruction itself is forensic software that would need review by a specialist.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what we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Unitree Go2 that sees, measures and acts, with safety first</a:t>
            </a:r>
            <a:endParaRPr lang="en-US" sz="1600" dirty="0"/>
          </a:p>
        </p:txBody>
      </p:sp>
      <p:sp>
        <p:nvSpPr>
          <p:cNvPr id="4" name="stat-card-0"/>
          <p:cNvSpPr/>
          <p:nvPr/>
        </p:nvSpPr>
        <p:spPr>
          <a:xfrm>
            <a:off x="457200" y="13716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error at 1 to 3 m on the real robot</a:t>
            </a:r>
            <a:endParaRPr lang="en-US" sz="1400" dirty="0"/>
          </a:p>
        </p:txBody>
      </p:sp>
      <p:sp>
        <p:nvSpPr>
          <p:cNvPr id="7" name="stat-card-1"/>
          <p:cNvSpPr/>
          <p:nvPr/>
        </p:nvSpPr>
        <p:spPr>
          <a:xfrm>
            <a:off x="2468880" y="13716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Hz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965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loop with a 0.3 s dead-man stop</a:t>
            </a:r>
            <a:endParaRPr lang="en-US" sz="1400" dirty="0"/>
          </a:p>
        </p:txBody>
      </p:sp>
      <p:sp>
        <p:nvSpPr>
          <p:cNvPr id="10" name="stat-card-2"/>
          <p:cNvSpPr/>
          <p:nvPr/>
        </p:nvSpPr>
        <p:spPr>
          <a:xfrm>
            <a:off x="4480560" y="13716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965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13" name="stat-card-3"/>
          <p:cNvSpPr/>
          <p:nvPr/>
        </p:nvSpPr>
        <p:spPr>
          <a:xfrm>
            <a:off x="6492240" y="13716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965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approach-and-sit mission works in simulation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real robot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461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and LiDAR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driving with limits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objects with distance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simulation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2461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room, camera, depth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as the robot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map vs true positions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top of both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2461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Go-ahead, then approach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a safe distance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Sits, then stands again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mission, rehearsed in simulation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the chair, lose sight of it, finish blind, sit, stand up</a:t>
            </a:r>
            <a:endParaRPr lang="en-US" sz="1600" dirty="0"/>
          </a:p>
        </p:txBody>
      </p:sp>
      <p:pic>
        <p:nvPicPr>
          <p:cNvPr id="4" name="mission-trace" descr="/tmp/claude-0/-home-user-Unitree-Dog-Claude-Dog-/4cbfbadd-5e83-5a16-8c79-5958df745ba6/scratchpad/figs/mission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029200" cy="29588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Starts only on go-ahead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6184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presses B; any key cancels it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350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Finishes blind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6426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reckoning once the chair leaves the camera view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374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Stops 1.05 m away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66674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sits, holds, and stands up again</a:t>
            </a:r>
            <a:endParaRPr lang="en-US" sz="1400" dirty="0"/>
          </a:p>
        </p:txBody>
      </p:sp>
      <p:sp>
        <p:nvSpPr>
          <p:cNvPr id="11" name="status-note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07A1F">
              <a:alpha val="15000"/>
            </a:srgbClr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run on the real robot. That is the first job of Phase 2.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toward a scene investigator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(detect, measure, map, act) aimed at real evidence</a:t>
            </a:r>
            <a:endParaRPr lang="en-US" sz="1600" dirty="0"/>
          </a:p>
        </p:txBody>
      </p:sp>
      <p:sp>
        <p:nvSpPr>
          <p:cNvPr id="4" name="step-card-0"/>
          <p:cNvSpPr/>
          <p:nvPr/>
        </p:nvSpPr>
        <p:spPr>
          <a:xfrm>
            <a:off x="457200" y="137160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Real-robot test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run, then a short approach with the remote in hand</a:t>
            </a:r>
            <a:endParaRPr lang="en-US" sz="1400" dirty="0"/>
          </a:p>
        </p:txBody>
      </p:sp>
      <p:sp>
        <p:nvSpPr>
          <p:cNvPr id="7" name="step-card-1"/>
          <p:cNvSpPr/>
          <p:nvPr/>
        </p:nvSpPr>
        <p:spPr>
          <a:xfrm>
            <a:off x="2514600" y="137160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Search and calibrate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0574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room alone; calibrate camera and LiDAR</a:t>
            </a:r>
            <a:endParaRPr lang="en-US" sz="1400" dirty="0"/>
          </a:p>
        </p:txBody>
      </p:sp>
      <p:sp>
        <p:nvSpPr>
          <p:cNvPr id="10" name="step-card-2"/>
          <p:cNvSpPr/>
          <p:nvPr/>
        </p:nvSpPr>
        <p:spPr>
          <a:xfrm>
            <a:off x="4572000" y="137160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Custom detector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0574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new objects, starting with one class</a:t>
            </a:r>
            <a:endParaRPr lang="en-US" sz="1400" dirty="0"/>
          </a:p>
        </p:txBody>
      </p:sp>
      <p:sp>
        <p:nvSpPr>
          <p:cNvPr id="13" name="step-card-3"/>
          <p:cNvSpPr/>
          <p:nvPr/>
        </p:nvSpPr>
        <p:spPr>
          <a:xfrm>
            <a:off x="6629400" y="137160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Record each find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0574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position and camera pose saved per detection</a:t>
            </a:r>
            <a:endParaRPr lang="en-US" sz="1400" dirty="0"/>
          </a:p>
        </p:txBody>
      </p:sp>
      <p:sp>
        <p:nvSpPr>
          <p:cNvPr id="16" name="goal-banner"/>
          <p:cNvSpPr/>
          <p:nvPr/>
        </p:nvSpPr>
        <p:spPr>
          <a:xfrm>
            <a:off x="457200" y="35204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B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evidence such as blood spatter in 3D so software can help detectives estimate how an event happened. Needs specialist review and careful scene handling.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Go2 Scene Investigator: Phase 1 summary and Phase 2 plan</dc:title>
  <dc:subject>PptxGenJS Presentation</dc:subject>
  <dc:creator>PptxGenJS</dc:creator>
  <cp:lastModifiedBy>PptxGenJS</cp:lastModifiedBy>
  <cp:revision>1</cp:revision>
  <dcterms:created xsi:type="dcterms:W3CDTF">2026-10-20T21:36:14Z</dcterms:created>
  <dcterms:modified xsi:type="dcterms:W3CDTF">2026-10-20T21:36:14Z</dcterms:modified>
</cp:coreProperties>
</file>